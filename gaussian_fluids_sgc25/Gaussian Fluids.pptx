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4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7" r:id="rId19"/>
    <p:sldId id="276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814" autoAdjust="0"/>
    <p:restoredTop sz="96247" autoAdjust="0"/>
  </p:normalViewPr>
  <p:slideViewPr>
    <p:cSldViewPr snapToGrid="0">
      <p:cViewPr varScale="1">
        <p:scale>
          <a:sx n="111" d="100"/>
          <a:sy n="111" d="100"/>
        </p:scale>
        <p:origin x="12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C8AFD-B5E8-3A3C-A809-0B4012F909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179C44-93C5-1AA1-4ACD-9DD0A6019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2B221-B0E2-A2E0-3178-6B307D524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05BE0-C717-46C9-81EA-D49758866551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536C4-5A17-8016-F551-C39A0A3A1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D3F81-F53C-7C6C-0AF3-CDFBFDDE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681B-85D4-46A3-AE52-A94E56E47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029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6FFAC-7A18-578A-B919-DFE62DC15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81E97-7BA1-67E5-DA84-6152E844D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447B3-EDED-1B5A-C8D3-4D6B99F5D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05BE0-C717-46C9-81EA-D49758866551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93F97-8FCB-CAFF-D00A-F31B85D88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37402-9E3D-5DF7-B097-726C02B88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681B-85D4-46A3-AE52-A94E56E47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847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6FA3D-62BE-BC09-6F3C-F1C659129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F3EB3-F3C8-5012-A75A-C49A9B0EE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EB1A-0705-02DE-036B-9CA5C829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05BE0-C717-46C9-81EA-D49758866551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53C4D-7D04-1D0F-FE9A-04BFEFD43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2AEB9-DDB0-C58F-2250-CBF9E7AE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681B-85D4-46A3-AE52-A94E56E47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146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4CA4B-812F-8A06-8400-BDD945DE4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2AD76-4612-4ED1-BD26-1DA2755951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B71A4-B91F-E4E3-B47E-A2F767B2D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29FD5F-02C1-538A-0ED9-3DD4D6EF2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05BE0-C717-46C9-81EA-D49758866551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2D511-541C-3C08-5DEA-689BD9DC1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8C52B-A927-8FE4-51CA-45FEFFD17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681B-85D4-46A3-AE52-A94E56E47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871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C1910-61F0-41F9-E223-B80997E9D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A24E5-BAD9-8403-1087-5A00B7C30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CF6907-8DC2-3E7D-A17D-68DDB90E8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063DDF-2F8C-4E91-425A-085BA69E94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E71A26-D9F5-B34C-2450-B747F7FA5A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BDC2B4-641D-26DC-CF25-544299B29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05BE0-C717-46C9-81EA-D49758866551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ECFF2-46F8-484F-0306-2423EF22A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E4F496-5601-3BDA-9E9A-CEA4BC376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681B-85D4-46A3-AE52-A94E56E47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791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0EE00-403B-282C-2BF0-700D1FC64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7A0581-A2A4-1B79-FC42-A9A6D6CC2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05BE0-C717-46C9-81EA-D49758866551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1ADE18-B264-FCE3-1263-3B04A1E41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2A84CE-8A8F-308D-0190-D4F2048A0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681B-85D4-46A3-AE52-A94E56E47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140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DB4842-1B7C-62E2-28B3-ED6ECF000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05BE0-C717-46C9-81EA-D49758866551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D365C-5906-2518-EA3A-48EFBD0C8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790B7-E09F-CA06-6E19-C430737E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681B-85D4-46A3-AE52-A94E56E47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485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A9427-000F-03B1-79EE-62D447B7B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63D57-FBC4-8002-DD0B-B8A0283E5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A56E57-0E41-3026-89B6-805E694A85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67DA19-635B-E09D-4DB4-E16128F8B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05BE0-C717-46C9-81EA-D49758866551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9516F-A74E-986C-2AE2-D8C3A17FF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45E1C-AD5C-21B5-83D5-A4660FC19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681B-85D4-46A3-AE52-A94E56E47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115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649FE-BB6E-0CC8-029A-C067AC6A9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7E3166-D22F-C8A2-55CF-997E271C63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9A232A-F472-1425-02D8-121F8B740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C2254-983D-C2D0-C67B-A6C288A38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05BE0-C717-46C9-81EA-D49758866551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30CB5-9867-9F81-365C-E68EEF0DB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53289-D7B6-7718-6EEE-AA2F69339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681B-85D4-46A3-AE52-A94E56E47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785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1B3FE-9724-F3D3-83D5-A0AF3F35E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5C2D45-4DE5-89D8-9F12-C52CB2491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A02C8-1734-7BDF-9E5F-54B93ACF9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05BE0-C717-46C9-81EA-D49758866551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CF3EF-6210-4C0F-5B28-75B98A5A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B482D-B559-7BFC-5871-9105FB29D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681B-85D4-46A3-AE52-A94E56E47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392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7742FE-4684-8E27-5D83-D954FE9D4D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6CDF7-05A3-59DA-1BB3-9128EDFABA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C1437-0BDC-D2CF-2028-B2A0E0699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05BE0-C717-46C9-81EA-D49758866551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51A51-9BE5-19DC-0F8D-04EC956B9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D0534-0465-0576-6628-1C342855E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681B-85D4-46A3-AE52-A94E56E47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681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F6F4D9-8F86-9C9D-989F-7752A4581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AF642-BBF9-B68E-4BD5-385DDF5F4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6C214-E7DA-7223-006C-256BA2CA88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05BE0-C717-46C9-81EA-D49758866551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CC75C-BF74-C4A0-465B-14A18644DA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E6DE4-F70C-D8A0-7B27-CE6F583B9F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7681B-85D4-46A3-AE52-A94E56E47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803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ACF34-65BC-7DF8-9CBE-52D4E08202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Gaussian Fluids</a:t>
            </a:r>
          </a:p>
        </p:txBody>
      </p:sp>
    </p:spTree>
    <p:extLst>
      <p:ext uri="{BB962C8B-B14F-4D97-AF65-F5344CB8AC3E}">
        <p14:creationId xmlns:p14="http://schemas.microsoft.com/office/powerpoint/2010/main" val="82279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E5936-CF78-641C-23EF-F8727A67F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E9F85-B1D2-8CAD-F1F7-DEE13EE5C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present a new grid-free fluid solver featuring a novel Gaussian Spatial Representation (GSR)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378C68-A8C8-8A1C-9769-66E4560B1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526" y="2791995"/>
            <a:ext cx="9202947" cy="370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829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CAA04-CAFA-AFEE-F1B8-3C4C6E225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8291F-C14B-B0E5-AB61-45E8B9381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Navier Stokes equation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4567C26-0366-1238-EAB0-90C32B9329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3088" y="1690688"/>
            <a:ext cx="8565824" cy="20876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F7AB29-3FE6-3AEA-241A-22EC17B79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536" y="3886881"/>
            <a:ext cx="8557376" cy="71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229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6EE5F-5C0F-7382-FF02-88C2722B2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B7F93-7CC6-2569-3C16-9AAB0F221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Solver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D3DE2E3-C5E6-FAFB-95F4-A77380E0C0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0570" y="1690688"/>
            <a:ext cx="8230859" cy="486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717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794B8-C9B7-AC81-E0F6-A5C97160A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42279-FABA-705D-C1BE-870508AA0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Spatial Representation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33BBC76-3D09-6879-DDC1-64F2DB95D7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6999" y="1690688"/>
            <a:ext cx="6438002" cy="477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589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71C54-76BB-9982-EABA-E58B1A92E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FCAF8-2C05-16FE-57D3-E5BBBF4EA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GSR as a vector field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2210984-A3D4-2360-315F-BDAF00F035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1337" y="2265393"/>
            <a:ext cx="6449325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413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7DBE6-DDC0-12CA-4289-92020C50E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48C90-A65B-9B61-4D6A-989E2C9DF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restriction to Gaussian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5BC37B8-B4F1-452D-EA82-6C18407DA1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6574" y="1362882"/>
            <a:ext cx="6458851" cy="32580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A36642-322E-F830-7FF0-DA4EF4B57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626" y="4703670"/>
            <a:ext cx="6439799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249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64228-78B8-250B-ECB6-38B4CB9F1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DCFFC-5E22-F72F-63DB-270D9975C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differentiability advantage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B7C55BA-5E9C-7071-67F5-14D1328FAD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5627" y="2438976"/>
            <a:ext cx="6420746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37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9C0AB-B3C8-F950-0B1F-824C71029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F4565-608C-F330-AC28-6DBEF7B66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F0465F1-38EF-B82D-1760-BB4A100D19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7521" y="1838817"/>
            <a:ext cx="6496957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683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4A03E-502F-12DE-9334-0A0F52A36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CA21E-F8D2-8203-5A6F-14EA5A23C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Initialization – Part 1 (Value Loss)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9E62325-145F-D04B-71FE-F54582845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6574" y="1690688"/>
            <a:ext cx="6458851" cy="23434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4991D2-5114-3011-D0F9-F646ED578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389" y="4136238"/>
            <a:ext cx="6411220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134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AE4B9-465C-9B90-4AC2-B18725359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DB23C9F-2702-A7B7-1C60-ECAF12D696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1811" y="1690688"/>
            <a:ext cx="6468378" cy="27531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ED0D51-7F27-5DC2-8C81-98E45E016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Initialization – Part 2 (Gradient Loss)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820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2EC9D-EF25-63A8-DAE6-D5B7AB03B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E74C9-99B7-4E88-AB26-1C9B8104B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Initialization – Part 3 (Regularization Losses)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3C75DE6-ACD1-954C-7206-620FE1A7B6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2285" y="2096028"/>
            <a:ext cx="6487430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262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0024C-2823-A1F7-A8F0-89925E625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9B0D2-D82D-DFAF-9E39-195446F66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Initialization – Part 4 (Final)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989E0F0-2FEC-025D-D110-C7955C9592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9916" y="1690688"/>
            <a:ext cx="6392167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360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AA6EC-7745-44C1-E144-968865DA4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71D76-5470-0754-3361-7A69EBB3C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Advection step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726EB46-87A9-D1F1-68C8-4BAB63698F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6098" y="1972165"/>
            <a:ext cx="6439799" cy="14575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4A4305-A942-76EE-08B4-7AB7D1CB1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152" y="1686375"/>
            <a:ext cx="6401693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915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B435C-78A2-EB0D-99AE-70B6682C0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97F5B-857C-4161-75FC-4D3B3E7C4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Projection step – Part 1 (Vorticity and Divergence Loss)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C2820A0-EC15-C1D0-9BD4-4A2E382DD2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5288" y="1825625"/>
            <a:ext cx="5166184" cy="49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276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42B23-9CF9-2083-06FB-8AB4D5174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45EFC-7C13-0B04-7B74-E0246243E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Projection step – Part 2 (Gradient Projection)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71F1EB-2B88-E1CB-BD59-57823EA7DF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6100" y="1690688"/>
            <a:ext cx="6439799" cy="14289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177843-4853-ADEF-FE93-800A98B8A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626" y="3119637"/>
            <a:ext cx="6420746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68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D7B93-BA8D-D694-4D33-37F01040C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DFDD-751F-87D3-E95E-F697E1EC8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Projection step – Part 3 (Position Penalty)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1A7524B-9D93-6D20-3163-6375A86B86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0390" y="1690688"/>
            <a:ext cx="6411220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137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CC01E-70F5-94CF-AABC-9C087D650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D2A7A-611A-D991-D2C3-40EF23A80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Projection step – Part 4 (Boundary Loss)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34D2ECF-CCEA-C39B-5167-FC7383F1AA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4409" y="1690688"/>
            <a:ext cx="538318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921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D81CA-97A2-AEF3-B947-0671630F9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BAA60-8B5B-F220-5CF4-A52C1A0E9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Projection step – Part 5 (Total Loss)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7BB993-5D03-E209-102F-F9B3AEF57E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1337" y="1690688"/>
            <a:ext cx="6449325" cy="495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C23847-F77B-1AAC-143A-BEE89F90E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152" y="2186057"/>
            <a:ext cx="6401693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009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35C14-A9E9-36FA-27B5-7041ECD2F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23484-F8D3-72B4-8054-E9C0F03A9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Reseeding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CAE502E-A420-3D0E-EDC1-3851139C22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0864" y="1690688"/>
            <a:ext cx="6430272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775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121</Words>
  <Application>Microsoft Office PowerPoint</Application>
  <PresentationFormat>Widescreen</PresentationFormat>
  <Paragraphs>21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Gaussian Fluids</vt:lpstr>
      <vt:lpstr>Introduction</vt:lpstr>
      <vt:lpstr>Navier Stokes equation</vt:lpstr>
      <vt:lpstr>Traditional Solver</vt:lpstr>
      <vt:lpstr>Gaussian Spatial Representation</vt:lpstr>
      <vt:lpstr>GSR as a vector field</vt:lpstr>
      <vt:lpstr>Local restriction to Gaussian</vt:lpstr>
      <vt:lpstr>Gaussian differentiability advantage</vt:lpstr>
      <vt:lpstr>Algorithm</vt:lpstr>
      <vt:lpstr>Initialization – Part 1 (Value Loss)</vt:lpstr>
      <vt:lpstr>Initialization – Part 2 (Gradient Loss)</vt:lpstr>
      <vt:lpstr>Initialization – Part 3 (Regularization Losses)</vt:lpstr>
      <vt:lpstr>Initialization – Part 4 (Final)</vt:lpstr>
      <vt:lpstr>Advection step</vt:lpstr>
      <vt:lpstr>Projection step – Part 1 (Vorticity and Divergence Loss)</vt:lpstr>
      <vt:lpstr>Projection step – Part 2 (Gradient Projection)</vt:lpstr>
      <vt:lpstr>Projection step – Part 3 (Position Penalty)</vt:lpstr>
      <vt:lpstr>Projection step – Part 4 (Boundary Loss)</vt:lpstr>
      <vt:lpstr>Projection step – Part 5 (Total Loss)</vt:lpstr>
      <vt:lpstr>Reseeding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bullu</dc:creator>
  <cp:lastModifiedBy>bullu</cp:lastModifiedBy>
  <cp:revision>87</cp:revision>
  <dcterms:created xsi:type="dcterms:W3CDTF">2025-08-08T04:35:34Z</dcterms:created>
  <dcterms:modified xsi:type="dcterms:W3CDTF">2025-08-08T06:27:39Z</dcterms:modified>
</cp:coreProperties>
</file>